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· 0:30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· 1:00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· 1:30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· 1:30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· 2:00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· 0:45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 · 0:45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 · 1:30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9 · 0:30 · Presenta: &lt;integrante&gt; · Suplente: &lt;integrante&gt;.
MENSAJE: &lt;la idea que el bloque deja en la dirección, en una frase&gt;.
QUÉ DICE: &lt;texto que el presentador dice, con las cifras y su fuente&gt;.
PREGUNTA PROBABLE: &lt;pregunta del docente y respuesta con el ID de riesgo o la cifra del BIA&gt;.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· No se proyecta. El docente lo revisa al evaluar J.3.2 (dominio: cada bloque tiene titular y suplente, y cada integrante ensayó todos) y J.3.3 (justificación: cada pregunta preparada cita un ID de riesgo, una cifra del BIA, una salvaguarda o un marco con su edición).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&lt;Nombre de la organización&gt;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seguridad de la información — IG3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consultor &lt;Equipo&gt;: &lt;integrantes con su rol&gt;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Cátedra de Ciberseguridad · ESEN · &lt;fecha de la defensa&gt;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0:30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54864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IG3 · 153 salvaguardas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54864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minutos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E.01 (equipo y organización asignada) y catálogo, perfil n.º __.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organización y su alcance (1:00)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Procesos críticos, sedes, sistemas; exclusiones.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min · bloque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E.02, secciones A.1, A.2 y A.3 (alcance revisado tras el BIA).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del BIA (1:30)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Procesos críticos con MTPD, RTO y costo por hora; puntos únicos de falla.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min · bloque 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E.03, tablas B.1, B.2 y B.4 (anexos BIA_P02 a BIA_P06).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(1:30)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Los riesgos Críticos y Altos ubicados; apetito de riesgo.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min · bloque 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E.05, apetito D.4-bis, registro D.5 y mapa de calor D.5-bis.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seis controles clave (2:00)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Control, riesgo que mitiga, salvaguardas y evidencia; el argumento económico de uno de ellos.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min · bloque 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E.07, secciones F.0 y F.1 a F.3 de cada control; E.05, tablas D.6 y D.7.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según el IG (0:45)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Resumen por estado: existentes, por implementar, al roadmap.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min · bloque 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E.08, resumen por estado del checklist; E.07, F.1 de los seis controles.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y auditoría (0:45)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Dos indicadores y el programa de auditoría.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min · bloque 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E.09, fichas H.1 y programa de auditoría H.2.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(1:30)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Tres horizontes, dependencias, estado final.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min · bloque 8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E.10, tablas I.1, I.2 y I.3.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al cliente (0:30)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este bloque: Las tres decisiones que la dirección toma primero.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equipo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6583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el mensaje del bloque, con texto mínimo.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 lleva su fuente en el pie de la diapositiva.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tabla, un gráfico o tres ideas como máximo.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min · bloque 9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331720"/>
            <a:ext cx="3474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Suplente: &lt;integrante&gt;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del orador: quién presenta, qué dice y la pregunta probable con su respuesta.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E.11, sección 12 (conclusiones y recomendaciones al cliente).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· Preparación de la defensa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con la presentación y no se proyecta. Evidencia el reparto, los ensayos cronometrados y las justificaciones preparadas.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&lt;Equipo&gt; · Línea base de seguridad de &lt;Organización&gt; · Proyecto Final ESEN 2026 · Plantilla oficial E12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Suplente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Portada (0:30)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La organización y su alcance (1:00)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Panorama del BIA (1:30)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Mapa de calor (1:30)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Los seis controles clave (2:00)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Baseline según el IG (0:45)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Indicadores y auditoría (0:45)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Roadmap (1:30)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Recomendaciones al cliente (0:30)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(mm:ss)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29184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preparada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(ID de riesgo, cifra del BIA, salvaguarda o marco con edición)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qué esos seis controles?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qué ese orden del roadmap?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&lt;pregunta propia&gt;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62453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E.05 (ID de riesgo), E.03 (cifras del BIA), E.07 y E.10; tiempos medidos con cronómetro en cada ensayo.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E12 — Presentación ejecutiva y defensa oral · Proyecto Final ESEN 2026</dc:title>
  <dc:subject>PptxGenJS Presentation</dc:subject>
  <dc:creator>Ing. Héctor Cuchilla — Cátedra de Ciberseguridad ESEN</dc:creator>
  <cp:lastModifiedBy>Ing. Héctor Cuchilla — Cátedra de Ciberseguridad ESEN</cp:lastModifiedBy>
  <cp:revision>1</cp:revision>
  <dcterms:created xsi:type="dcterms:W3CDTF">2026-09-26T23:15:13Z</dcterms:created>
  <dcterms:modified xsi:type="dcterms:W3CDTF">2026-09-26T23:15:13Z</dcterms:modified>
</cp:coreProperties>
</file>